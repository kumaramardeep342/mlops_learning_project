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8274B"/>
                </a:solidFill>
              </a:defRPr>
            </a:pPr>
            <a:r>
              <a:t>Team Hierarchy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6092"/>
                </a:solidFill>
              </a:defRPr>
            </a:pPr>
            <a:r>
              <a:t>MLOps 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Team structure • Ownership areas •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Team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Leadership, architecture, and functional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9080" y="1325880"/>
            <a:ext cx="4023360" cy="914400"/>
          </a:xfrm>
          <a:prstGeom prst="roundRect">
            <a:avLst/>
          </a:prstGeom>
          <a:solidFill>
            <a:srgbClr val="18274B"/>
          </a:solidFill>
          <a:ln>
            <a:solidFill>
              <a:srgbClr val="18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Amardeep Kumar</a:t>
            </a:r>
            <a:br/>
            <a:r>
              <a:t>Team Leader + 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86200"/>
            <a:ext cx="2423160" cy="109728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Sagar Jagga</a:t>
            </a:r>
            <a:br/>
            <a:r>
              <a:t>Data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86200"/>
            <a:ext cx="2423160" cy="109728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Dhananjai Singh</a:t>
            </a:r>
            <a:br/>
            <a:r>
              <a:t>MLOps &amp;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3886200"/>
            <a:ext cx="2423160" cy="109728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Kavyashree Badimela</a:t>
            </a:r>
            <a:br/>
            <a:r>
              <a:t>ML / Model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86200"/>
            <a:ext cx="2423160" cy="109728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Nusrath Fatimha</a:t>
            </a:r>
            <a:br/>
            <a:r>
              <a:t>Documentation &amp; Support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760220.0" y="2240280"/>
            <a:ext cx="4320540.0" cy="164592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183380.0" y="2240280"/>
            <a:ext cx="1897380.0" cy="164592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.0" y="2240280"/>
            <a:ext cx="571500.0" cy="164592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.0" y="2240280"/>
            <a:ext cx="3406140.0" cy="164592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Responsibilities — Leadership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Primary ownership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74B"/>
                </a:solidFill>
              </a:defRPr>
            </a:pPr>
            <a:r>
              <a:t>Amardeep Kumar — Team Leader &amp; Architect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Overall coordination; HLD/LLD; architecture and technical decisions; PR coordination.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69848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74B"/>
                </a:solidFill>
              </a:defRPr>
            </a:pPr>
            <a:r>
              <a:t>Sagar Jagga — Data Engineering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Data ingestion pipeline; Kafka/Spark; data preprocessing.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Responsibilities — Engineering &amp;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Primary ownership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74B"/>
                </a:solidFill>
              </a:defRPr>
            </a:pPr>
            <a:r>
              <a:t>Dhananjai Singh — MLOps &amp; Deployment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Docker; Kubernetes; MLflow; CI/CD;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069848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74B"/>
                </a:solidFill>
              </a:defRPr>
            </a:pPr>
            <a:r>
              <a:t>Kavyashree Badimela — ML / Model Development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Model development; training; experimentation;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Responsibilities — Documentation &amp;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Primary ownership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274B"/>
                </a:solidFill>
              </a:defRPr>
            </a:pPr>
            <a:r>
              <a:t>Nusrath Fatimha — Documentation &amp; Project Support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Documentation; reports; project setup; testing; presentation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8274B"/>
                </a:solidFill>
              </a:defRPr>
            </a:pPr>
            <a:r>
              <a:t>Collaboration model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Each member has primary ownership of an assigned area.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Members collaborate on integration, testing, reviews, and dependencies.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The Team Leader/Architect coordinates overall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Project Responsibility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Primary ownership across major project activities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743200"/>
                <a:gridCol w="50292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Project Area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Primary Owner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1827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Leadership &amp;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Amardeep Kumar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Planning, HLD/LLD, architecture, technical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Data Engineering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Sagar Jagga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Ingestion, Kafka/Spark, preprocessing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MLOps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Dhananjai Singh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Docker, Kubernetes, MLflow, CI/CD,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ML / Model Development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Kavyashree Badimela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Models, training, experiments, evaluation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Documentation &amp;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Nusrath Fatimha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Reports, setup documentation, testing,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Integration &amp; Review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Entire Team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</a:defRPr>
                      </a:pPr>
                      <a:r>
                        <a:t>Cross-functional integration, testing, code review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Team Working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How responsibilities connect across the MLOps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920240" cy="123444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Plan</a:t>
            </a:r>
            <a:br/>
            <a:r>
              <a:t>Team Leader + Architect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2811780.0"/>
            <a:ext cx="411480" cy="0.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2194560"/>
            <a:ext cx="1920240" cy="123444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Build Data</a:t>
            </a:r>
            <a:br/>
            <a:r>
              <a:t>Data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2811780.0"/>
            <a:ext cx="411480" cy="0.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2194560"/>
            <a:ext cx="1920240" cy="123444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Develop Models</a:t>
            </a:r>
            <a:br/>
            <a:r>
              <a:t>ML / Model Development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80" y="2811780.0"/>
            <a:ext cx="411480" cy="0.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2194560"/>
            <a:ext cx="1920240" cy="123444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 &amp; Operate</a:t>
            </a:r>
            <a:br/>
            <a:r>
              <a:t>MLOps &amp; Deployment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2811780.0"/>
            <a:ext cx="411480" cy="0.0"/>
          </a:xfrm>
          <a:prstGeom prst="line">
            <a:avLst/>
          </a:prstGeom>
          <a:ln w="25400">
            <a:solidFill>
              <a:srgbClr val="18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2194560"/>
            <a:ext cx="1920240" cy="1234440"/>
          </a:xfrm>
          <a:prstGeom prst="roundRect">
            <a:avLst/>
          </a:prstGeom>
          <a:solidFill>
            <a:srgbClr val="376092"/>
          </a:solidFill>
          <a:ln>
            <a:solidFill>
              <a:srgbClr val="37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Document &amp; Present</a:t>
            </a:r>
            <a:br/>
            <a:r>
              <a:t>Documentation &amp;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696969"/>
                </a:solidFill>
              </a:defRPr>
            </a:pPr>
            <a:r>
              <a:t>The team works collaboratively across dependencies while maintaining clear primary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